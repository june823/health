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923F103-BC34-4FE4-A40E-EDDEECFDA5D0}" type="datetimeFigureOut">
              <a:rPr lang="en-US" dirty="0"/>
              <a:pPr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C9CA7B-DFD4-44B5-8C60-D14B8CD1FB59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4E6425-0181-43F2-84FC-787E803FD2F8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DB8791-F1B0-41E7-B7FD-A781E65C4266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DD63B2-E120-4ED8-B27B-C685F510A5FE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A18ACC-A947-437B-A130-35BD54FDF1E9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8D7E02-BCB8-4D50-A234-369438C08659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E86A4C-8E40-4F87-A4F0-01A0687C5742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72C73-2D91-4E12-BA25-F0AA0C03599B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3A1CC3-2375-41D4-9E03-427CAF2A4C1A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F16868-8199-4C2C-A5B1-63AEE139F88E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D9FF7F-6988-44CC-821B-644E70CD2F73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2C299-16B2-4475-990D-751901EACC14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E86839-B9D8-4651-8783-F325ECE74E65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484F64-32F6-45C5-931F-ADC1662401D0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53086D93-FCAC-47E0-A2EE-787E62CA814C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CDA879A6-0FD0-4734-A311-86BFCA472E6E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BE451C3-0FF4-47C4-B829-773ADF60F88C}" type="datetimeFigureOut">
              <a:rPr lang="en-US" dirty="0"/>
              <a:t>11/27/2025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73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72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AI-Powered Health Monitoring System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479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AI-Powered Health Monitoring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Author: June </a:t>
            </a:r>
            <a:r>
              <a:rPr lang="en-GB" dirty="0" err="1"/>
              <a:t>Oyugi</a:t>
            </a:r>
            <a:endParaRPr lang="en-GB" dirty="0"/>
          </a:p>
          <a:p>
            <a:r>
              <a:rPr lang="en-GB" dirty="0"/>
              <a:t>Course: AI for Software Engineering</a:t>
            </a:r>
          </a:p>
          <a:p>
            <a:r>
              <a:rPr lang="en-GB" dirty="0"/>
              <a:t>Date: November 27, 2025</a:t>
            </a:r>
          </a:p>
        </p:txBody>
      </p:sp>
    </p:spTree>
    <p:extLst>
      <p:ext uri="{BB962C8B-B14F-4D97-AF65-F5344CB8AC3E}">
        <p14:creationId xmlns:p14="http://schemas.microsoft.com/office/powerpoint/2010/main" val="11667990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 /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AI-powered system monitoring heart rate, SpO2, and activity.</a:t>
            </a:r>
          </a:p>
          <a:p>
            <a:r>
              <a:rPr lang="en-GB" dirty="0"/>
              <a:t> Detects anomalies using </a:t>
            </a:r>
            <a:r>
              <a:rPr lang="en-GB" dirty="0" err="1"/>
              <a:t>IsolationForest</a:t>
            </a:r>
            <a:r>
              <a:rPr lang="en-GB" dirty="0"/>
              <a:t>.</a:t>
            </a:r>
          </a:p>
          <a:p>
            <a:r>
              <a:rPr lang="en-GB" dirty="0"/>
              <a:t> Provides real-time actionable recommendations.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51621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Continuous health monitoring is essential.</a:t>
            </a:r>
          </a:p>
          <a:p>
            <a:r>
              <a:rPr lang="en-GB" dirty="0"/>
              <a:t> Manual observation is impractical.</a:t>
            </a:r>
          </a:p>
          <a:p>
            <a:r>
              <a:rPr lang="en-GB" dirty="0"/>
              <a:t> Need an automated AI system.</a:t>
            </a:r>
          </a:p>
        </p:txBody>
      </p:sp>
    </p:spTree>
    <p:extLst>
      <p:ext uri="{BB962C8B-B14F-4D97-AF65-F5344CB8AC3E}">
        <p14:creationId xmlns:p14="http://schemas.microsoft.com/office/powerpoint/2010/main" val="29385615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Monitor vital signs in real-time.</a:t>
            </a:r>
          </a:p>
          <a:p>
            <a:r>
              <a:rPr lang="en-GB" dirty="0"/>
              <a:t> Detect anomalies automatically.</a:t>
            </a:r>
          </a:p>
          <a:p>
            <a:r>
              <a:rPr lang="en-GB" dirty="0"/>
              <a:t> Provide recommendations via user interface.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8386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System Architecture Diagram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Frontend (HTML/JS) → Backend (</a:t>
            </a:r>
            <a:r>
              <a:rPr lang="en-GB" dirty="0" err="1"/>
              <a:t>FastAPI</a:t>
            </a:r>
            <a:r>
              <a:rPr lang="en-GB" dirty="0"/>
              <a:t>) → AI Model (</a:t>
            </a:r>
            <a:r>
              <a:rPr lang="en-GB" dirty="0" err="1"/>
              <a:t>IsolationForest</a:t>
            </a:r>
            <a:r>
              <a:rPr lang="en-GB" dirty="0"/>
              <a:t>)</a:t>
            </a:r>
          </a:p>
          <a:p>
            <a:r>
              <a:rPr lang="en-GB" dirty="0"/>
              <a:t> Data flow arrows showing telemetry and prediction.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8912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Data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 Simulated heart rate, SpO2, activity level.</a:t>
            </a:r>
          </a:p>
          <a:p>
            <a:r>
              <a:rPr lang="en-GB" dirty="0"/>
              <a:t> Code snippet showing data generation.</a:t>
            </a:r>
          </a:p>
          <a:p>
            <a:r>
              <a:rPr lang="en-GB" dirty="0"/>
              <a:t> Placeholder for chart example.</a:t>
            </a:r>
          </a:p>
        </p:txBody>
      </p:sp>
    </p:spTree>
    <p:extLst>
      <p:ext uri="{BB962C8B-B14F-4D97-AF65-F5344CB8AC3E}">
        <p14:creationId xmlns:p14="http://schemas.microsoft.com/office/powerpoint/2010/main" val="10865103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AI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Algorithm: </a:t>
            </a:r>
            <a:r>
              <a:rPr lang="en-GB" dirty="0" err="1"/>
              <a:t>IsolationForest</a:t>
            </a:r>
            <a:r>
              <a:rPr lang="en-GB" dirty="0"/>
              <a:t>.</a:t>
            </a:r>
          </a:p>
          <a:p>
            <a:r>
              <a:rPr lang="en-GB" dirty="0"/>
              <a:t> Detects anomalies in telemetry data.</a:t>
            </a:r>
          </a:p>
          <a:p>
            <a:r>
              <a:rPr lang="en-GB" dirty="0"/>
              <a:t> Shows training pipeline and model saving.</a:t>
            </a:r>
          </a:p>
        </p:txBody>
      </p:sp>
    </p:spTree>
    <p:extLst>
      <p:ext uri="{BB962C8B-B14F-4D97-AF65-F5344CB8AC3E}">
        <p14:creationId xmlns:p14="http://schemas.microsoft.com/office/powerpoint/2010/main" val="13224878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 (</a:t>
            </a:r>
            <a:r>
              <a:rPr lang="en-US" dirty="0" err="1"/>
              <a:t>FastAPI</a:t>
            </a:r>
            <a:r>
              <a:rPr lang="en-US" dirty="0"/>
              <a:t>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Serves static frontend.</a:t>
            </a:r>
          </a:p>
          <a:p>
            <a:r>
              <a:rPr lang="en-GB" dirty="0"/>
              <a:t> Exposes `/</a:t>
            </a:r>
            <a:r>
              <a:rPr lang="en-GB" dirty="0" err="1"/>
              <a:t>api</a:t>
            </a:r>
            <a:r>
              <a:rPr lang="en-GB" dirty="0"/>
              <a:t>/stream`, `/</a:t>
            </a:r>
            <a:r>
              <a:rPr lang="en-GB" dirty="0" err="1"/>
              <a:t>api</a:t>
            </a:r>
            <a:r>
              <a:rPr lang="en-GB" dirty="0"/>
              <a:t>/status`, `/</a:t>
            </a:r>
            <a:r>
              <a:rPr lang="en-GB" dirty="0" err="1"/>
              <a:t>api</a:t>
            </a:r>
            <a:r>
              <a:rPr lang="en-GB" dirty="0"/>
              <a:t>/train`, `/</a:t>
            </a:r>
            <a:r>
              <a:rPr lang="en-GB" dirty="0" err="1"/>
              <a:t>api</a:t>
            </a:r>
            <a:r>
              <a:rPr lang="en-GB" dirty="0"/>
              <a:t>/predict`.</a:t>
            </a:r>
          </a:p>
          <a:p>
            <a:r>
              <a:rPr lang="en-GB" dirty="0"/>
              <a:t> Handles requests and sends model results.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8290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API Endpoints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/</a:t>
            </a:r>
            <a:r>
              <a:rPr lang="en-US" dirty="0" err="1"/>
              <a:t>api</a:t>
            </a:r>
            <a:r>
              <a:rPr lang="en-US" dirty="0"/>
              <a:t>/stream`: Live telemetry.</a:t>
            </a:r>
          </a:p>
          <a:p>
            <a:r>
              <a:rPr lang="en-US" dirty="0"/>
              <a:t> </a:t>
            </a:r>
            <a:r>
              <a:rPr lang="en-US" dirty="0" smtClean="0"/>
              <a:t>/</a:t>
            </a:r>
            <a:r>
              <a:rPr lang="en-US" dirty="0" err="1"/>
              <a:t>api</a:t>
            </a:r>
            <a:r>
              <a:rPr lang="en-US" dirty="0"/>
              <a:t>/status`: Backend &amp; model status.</a:t>
            </a:r>
          </a:p>
          <a:p>
            <a:r>
              <a:rPr lang="en-US" dirty="0"/>
              <a:t> /</a:t>
            </a:r>
            <a:r>
              <a:rPr lang="en-US" dirty="0" err="1" smtClean="0"/>
              <a:t>api</a:t>
            </a:r>
            <a:r>
              <a:rPr lang="en-US" dirty="0" smtClean="0"/>
              <a:t>/train</a:t>
            </a:r>
            <a:r>
              <a:rPr lang="en-US" dirty="0"/>
              <a:t>`: Retrain model.</a:t>
            </a:r>
          </a:p>
          <a:p>
            <a:r>
              <a:rPr lang="en-US" dirty="0"/>
              <a:t> /</a:t>
            </a:r>
            <a:r>
              <a:rPr lang="en-US" dirty="0" err="1" smtClean="0"/>
              <a:t>api</a:t>
            </a:r>
            <a:r>
              <a:rPr lang="en-US" dirty="0" smtClean="0"/>
              <a:t>/predict</a:t>
            </a:r>
            <a:r>
              <a:rPr lang="en-US" dirty="0"/>
              <a:t>`: Predict anomalies.</a:t>
            </a:r>
          </a:p>
        </p:txBody>
      </p:sp>
    </p:spTree>
    <p:extLst>
      <p:ext uri="{BB962C8B-B14F-4D97-AF65-F5344CB8AC3E}">
        <p14:creationId xmlns:p14="http://schemas.microsoft.com/office/powerpoint/2010/main" val="39106952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Frontend / Live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Displays live telemetry charts.</a:t>
            </a:r>
          </a:p>
          <a:p>
            <a:r>
              <a:rPr lang="en-GB" dirty="0"/>
              <a:t> Shows anomaly alerts.</a:t>
            </a:r>
          </a:p>
          <a:p>
            <a:r>
              <a:rPr lang="en-GB" dirty="0"/>
              <a:t> Polls backend endpoints.</a:t>
            </a:r>
          </a:p>
        </p:txBody>
      </p:sp>
    </p:spTree>
    <p:extLst>
      <p:ext uri="{BB962C8B-B14F-4D97-AF65-F5344CB8AC3E}">
        <p14:creationId xmlns:p14="http://schemas.microsoft.com/office/powerpoint/2010/main" val="22173543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Telemetry Charts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Placeholder screenshot of live chart (heart rate &amp; SpO2).</a:t>
            </a:r>
          </a:p>
          <a:p>
            <a:r>
              <a:rPr lang="en-GB" dirty="0"/>
              <a:t> Code snippet showing dynamic update.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896688"/>
            <a:ext cx="5287617" cy="27870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3235" y="3816360"/>
            <a:ext cx="5592417" cy="2947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353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Anomaly Detection Alerts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Cards pop up when anomalies detected.</a:t>
            </a:r>
          </a:p>
          <a:p>
            <a:r>
              <a:rPr lang="en-GB" dirty="0"/>
              <a:t> Color-coded indicators.</a:t>
            </a:r>
          </a:p>
          <a:p>
            <a:r>
              <a:rPr lang="en-GB" dirty="0"/>
              <a:t> Example snippet of status display.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949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&amp; 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Unit tests for backend &amp; model.</a:t>
            </a:r>
          </a:p>
          <a:p>
            <a:r>
              <a:rPr lang="en-GB" dirty="0"/>
              <a:t> Integration tests for end-to-end flow.</a:t>
            </a:r>
          </a:p>
          <a:p>
            <a:r>
              <a:rPr lang="en-GB" dirty="0"/>
              <a:t> User simulation to trigger anomalies.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16941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Local: </a:t>
            </a:r>
            <a:r>
              <a:rPr lang="en-GB" dirty="0" err="1"/>
              <a:t>Uvicorn</a:t>
            </a:r>
            <a:r>
              <a:rPr lang="en-GB" dirty="0"/>
              <a:t> server.</a:t>
            </a:r>
          </a:p>
          <a:p>
            <a:r>
              <a:rPr lang="en-GB" dirty="0"/>
              <a:t> Optional cloud deployment (Docker + Azure/AWS).</a:t>
            </a:r>
          </a:p>
          <a:p>
            <a:r>
              <a:rPr lang="en-GB" dirty="0"/>
              <a:t> REST API endpoints available for clients.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2187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 &amp; Solutions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OneDrive file locks → moved project folder.</a:t>
            </a:r>
          </a:p>
          <a:p>
            <a:r>
              <a:rPr lang="en-US" dirty="0"/>
              <a:t> Data privacy → used simulated data.</a:t>
            </a:r>
          </a:p>
          <a:p>
            <a:r>
              <a:rPr lang="en-US" dirty="0"/>
              <a:t> Model accuracy → fine-tuned parameters.</a:t>
            </a:r>
          </a:p>
          <a:p>
            <a:r>
              <a:rPr lang="en-US" dirty="0"/>
              <a:t> Scalability → backend handles multiple users.</a:t>
            </a:r>
          </a:p>
        </p:txBody>
      </p:sp>
    </p:spTree>
    <p:extLst>
      <p:ext uri="{BB962C8B-B14F-4D97-AF65-F5344CB8AC3E}">
        <p14:creationId xmlns:p14="http://schemas.microsoft.com/office/powerpoint/2010/main" val="10185458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Fully functional AI-powered health monitoring prototype.</a:t>
            </a:r>
          </a:p>
          <a:p>
            <a:r>
              <a:rPr lang="en-GB" dirty="0"/>
              <a:t> Real-time anomaly detection &amp; recommendations.</a:t>
            </a:r>
          </a:p>
          <a:p>
            <a:r>
              <a:rPr lang="en-GB" dirty="0"/>
              <a:t> Future work: real wearable integration, mobile app frontend.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83361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lang="en-US" dirty="0" err="1" smtClean="0"/>
              <a:t>scikit</a:t>
            </a:r>
            <a:r>
              <a:rPr lang="en-US" dirty="0" smtClean="0"/>
              <a:t>-learn</a:t>
            </a:r>
          </a:p>
          <a:p>
            <a:r>
              <a:rPr lang="en-US" dirty="0" err="1" smtClean="0"/>
              <a:t>FastAPI</a:t>
            </a:r>
            <a:endParaRPr lang="en-US" dirty="0" smtClean="0"/>
          </a:p>
          <a:p>
            <a:r>
              <a:rPr lang="en-US" dirty="0" smtClean="0"/>
              <a:t>Python</a:t>
            </a:r>
          </a:p>
          <a:p>
            <a:r>
              <a:rPr lang="en-US" dirty="0" err="1" smtClean="0"/>
              <a:t>PhysioNet</a:t>
            </a:r>
            <a:r>
              <a:rPr lang="en-US" dirty="0" smtClean="0"/>
              <a:t> Database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33113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26</TotalTime>
  <Words>411</Words>
  <Application>Microsoft Office PowerPoint</Application>
  <PresentationFormat>Widescreen</PresentationFormat>
  <Paragraphs>70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Century Gothic</vt:lpstr>
      <vt:lpstr>Wingdings 3</vt:lpstr>
      <vt:lpstr>Ion Boardroom</vt:lpstr>
      <vt:lpstr> AI-Powered Health Monitoring System</vt:lpstr>
      <vt:lpstr> AI-Powered Health Monitoring System</vt:lpstr>
      <vt:lpstr>Abstract / Overview</vt:lpstr>
      <vt:lpstr>Problem Statement</vt:lpstr>
      <vt:lpstr> Objectives</vt:lpstr>
      <vt:lpstr> System Architecture Diagram</vt:lpstr>
      <vt:lpstr> Data Simulation</vt:lpstr>
      <vt:lpstr> AI Model</vt:lpstr>
      <vt:lpstr>Backend (FastAPI)</vt:lpstr>
      <vt:lpstr> API Endpoints Overview</vt:lpstr>
      <vt:lpstr> Frontend / Live Dashboard</vt:lpstr>
      <vt:lpstr>Telemetry Charts Example</vt:lpstr>
      <vt:lpstr>Anomaly Detection Alerts</vt:lpstr>
      <vt:lpstr>Testing &amp; Validation</vt:lpstr>
      <vt:lpstr>Deployment</vt:lpstr>
      <vt:lpstr>Challenges &amp; Solutions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Health Monitoring System</dc:title>
  <dc:creator>HP</dc:creator>
  <cp:lastModifiedBy>HP</cp:lastModifiedBy>
  <cp:revision>3</cp:revision>
  <dcterms:created xsi:type="dcterms:W3CDTF">2025-11-27T20:04:04Z</dcterms:created>
  <dcterms:modified xsi:type="dcterms:W3CDTF">2025-11-27T20:30:08Z</dcterms:modified>
</cp:coreProperties>
</file>